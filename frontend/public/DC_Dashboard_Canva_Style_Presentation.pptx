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3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DC Dashboard</a:t>
            </a:r>
          </a:p>
          <a:p>
            <a:r>
              <a:t>District Governance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Modern | Secure | Scalable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Presentation Proposal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Prepared for Deputy Commissioner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Current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Manual Excel Collection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Delayed Reporting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No Centralized Database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Limited Accountability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Option 1 – Only Looker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Quick Visual Reports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Easy Sharing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No Department Login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No Workflow Approval System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External Data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6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Option 2 – Secure MERN + Visualization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Role-Based Login (DC / Admin / Department)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Centralized Secure Database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Approval Workflow System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Audit Trail &amp; Data Validation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Scalable District-Level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Recommended Hybrid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Phase 1: Build Secure Backend System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Phase 2: Integrate Visualization Layer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Long-Term Sustainable Governance Model</a:t>
            </a:r>
          </a:p>
          <a:p>
            <a:pPr lvl="1">
              <a:defRPr sz="2200">
                <a:solidFill>
                  <a:srgbClr val="FFFFFF"/>
                </a:solidFill>
              </a:defRPr>
            </a:pPr>
            <a:r>
              <a:t>District-Controlled &amp; Future-Ready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