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DC Dashboard – District Monitoring &amp; Governance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Objective:</a:t>
            </a:r>
          </a:p>
          <a:p>
            <a:pPr lvl="1"/>
            <a:r>
              <a:t>• Centralized monitoring of all departments</a:t>
            </a:r>
          </a:p>
          <a:p>
            <a:pPr lvl="1"/>
            <a:r>
              <a:t>• Real-time data reporting</a:t>
            </a:r>
          </a:p>
          <a:p>
            <a:pPr lvl="1"/>
            <a:r>
              <a:t>• Transparency &amp; accountability</a:t>
            </a:r>
          </a:p>
          <a:p>
            <a:pPr lvl="1"/>
            <a:r>
              <a:t>• Faster decision-making</a:t>
            </a:r>
          </a:p>
          <a:p>
            <a:pPr lvl="1"/>
          </a:p>
          <a:p>
            <a:pPr lvl="1"/>
            <a:r>
              <a:t>Current Challenges:</a:t>
            </a:r>
          </a:p>
          <a:p>
            <a:pPr lvl="1"/>
            <a:r>
              <a:t>• Manual Excel collection</a:t>
            </a:r>
          </a:p>
          <a:p>
            <a:pPr lvl="1"/>
            <a:r>
              <a:t>• Delayed reporting</a:t>
            </a:r>
          </a:p>
          <a:p>
            <a:pPr lvl="1"/>
            <a:r>
              <a:t>• No unified data control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1 – Only Looker Studio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Advantages:</a:t>
            </a:r>
          </a:p>
          <a:p>
            <a:pPr lvl="1"/>
            <a:r>
              <a:t>• Quick charts &amp; visual reports</a:t>
            </a:r>
          </a:p>
          <a:p>
            <a:pPr lvl="1"/>
            <a:r>
              <a:t>• Easy sharing</a:t>
            </a:r>
          </a:p>
          <a:p>
            <a:pPr lvl="1"/>
          </a:p>
          <a:p>
            <a:pPr lvl="1"/>
            <a:r>
              <a:t>Limitations:</a:t>
            </a:r>
          </a:p>
          <a:p>
            <a:pPr lvl="1"/>
            <a:r>
              <a:t>• No department login system</a:t>
            </a:r>
          </a:p>
          <a:p>
            <a:pPr lvl="1"/>
            <a:r>
              <a:t>• No approval workflow</a:t>
            </a:r>
          </a:p>
          <a:p>
            <a:pPr lvl="1"/>
            <a:r>
              <a:t>• Manual Excel dependency</a:t>
            </a:r>
          </a:p>
          <a:p>
            <a:pPr lvl="1"/>
            <a:r>
              <a:t>• Limited data validation</a:t>
            </a:r>
          </a:p>
          <a:p>
            <a:pPr lvl="1"/>
            <a:r>
              <a:t>• External data control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Option 2 – MERN Stack + Visualization Layer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Provides:</a:t>
            </a:r>
          </a:p>
          <a:p>
            <a:pPr lvl="1"/>
            <a:r>
              <a:t>• Secure department login</a:t>
            </a:r>
          </a:p>
          <a:p>
            <a:pPr lvl="1"/>
            <a:r>
              <a:t>• Role-based access (DC / Admin / Department)</a:t>
            </a:r>
          </a:p>
          <a:p>
            <a:pPr lvl="1"/>
            <a:r>
              <a:t>• Data validation before submission</a:t>
            </a:r>
          </a:p>
          <a:p>
            <a:pPr lvl="1"/>
            <a:r>
              <a:t>• Approval workflow system</a:t>
            </a:r>
          </a:p>
          <a:p>
            <a:pPr lvl="1"/>
            <a:r>
              <a:t>• File/document uploads</a:t>
            </a:r>
          </a:p>
          <a:p>
            <a:pPr lvl="1"/>
            <a:r>
              <a:t>• Audit trail tracking</a:t>
            </a:r>
          </a:p>
          <a:p>
            <a:pPr lvl="1"/>
            <a:r>
              <a:t>• Scalable district-level system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Comparison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Department Login: Only Looker ❌ | MERN + Looker ✅</a:t>
            </a:r>
          </a:p>
          <a:p>
            <a:pPr lvl="1"/>
            <a:r>
              <a:t>Data Validation: Only Looker ❌ | MERN + Looker ✅</a:t>
            </a:r>
          </a:p>
          <a:p>
            <a:pPr lvl="1"/>
            <a:r>
              <a:t>Approval Workflow: Only Looker ❌ | MERN + Looker ✅</a:t>
            </a:r>
          </a:p>
          <a:p>
            <a:pPr lvl="1"/>
            <a:r>
              <a:t>Scalability: Only Looker Low | MERN + Looker High</a:t>
            </a:r>
          </a:p>
          <a:p>
            <a:pPr lvl="1"/>
            <a:r>
              <a:t>Data Control: Only Looker External | MERN + Looker District Controlled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Recommended Hybrid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 lvl="1"/>
            <a:r>
              <a:t>Phase 1: Build Secure Backend System (MERN)</a:t>
            </a:r>
          </a:p>
          <a:p>
            <a:pPr lvl="1"/>
            <a:r>
              <a:t>Phase 2: Integrate Visualization Layer</a:t>
            </a:r>
          </a:p>
          <a:p>
            <a:pPr lvl="1"/>
          </a:p>
          <a:p>
            <a:pPr lvl="1"/>
            <a:r>
              <a:t>Final Outcome:</a:t>
            </a:r>
          </a:p>
          <a:p>
            <a:pPr lvl="1"/>
            <a:r>
              <a:t>• Secure</a:t>
            </a:r>
          </a:p>
          <a:p>
            <a:pPr lvl="1"/>
            <a:r>
              <a:t>• Scalable</a:t>
            </a:r>
          </a:p>
          <a:p>
            <a:pPr lvl="1"/>
            <a:r>
              <a:t>• Government-controlled</a:t>
            </a:r>
          </a:p>
          <a:p>
            <a:pPr lvl="1"/>
            <a:r>
              <a:t>• Long-term Governance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